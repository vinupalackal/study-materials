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rpcd on the RDK Stack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OpenWrt ubus/rpcd ecosystem into RDK-B (Broadband) and RDK-V (Video) — architecture, integration strategy, and where it breaks 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447946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3434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is structurally an OpenWrt component. It has no bus to register on and no config tree to read on RDK — this isn't a recompile problem, it's an architectural integration problem.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 Dispatcher Project  ·  Architecture &amp; Integration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you'd even want this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tooling-uniformity case, not a platform swap.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ODMs with existing OpenWrt/LuCI tooling — dashboards, automation scripts, monitoring agents — built against ubus's wire protocol and rpcd's object/method/ACL model want that same tooling to work uniformly across a fleet that mixes pure-OpenWrt CPE with RDK-based CPE (gateways and/or STBs).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PRECISELY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7490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a rpcd-compatible RPC facade on top of RDK's existing internals — not replace RDK's IPC with ubus.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4864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framing decision is what makes the rest of the case study tractable — it turns "port rpcd to RDK" into "bridge rpcd into RDK's real buses," which is a fundamentally more achievable ask.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REAL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RDK actually uses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profiles, two completely different IPC realities — neither is ubus.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402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37634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RDK-B — Broadband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RBUS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primary bus, explicitly replacing D-Bus for performance. Three layers: RBUS API (TR-181-aligned properties/methods/events), RBUS-Core (dispatch, pub/sub, discovery), and rtMessage (binary protocol over Unix socket/TCP).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rtrouted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every RBUS connection — the same role ubusd plays, completely different wire format.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Config/state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TR-181 data model, persisted via PSM + legacy SysCfg — not uci.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87452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4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22402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903" y="237634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RDK-V — Video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720840" y="2926080"/>
            <a:ext cx="4526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IARM-Bus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older, lower-level: platform-agnostic events/RPC between daemons (power state, HDMI hotplug).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(WPEFramework)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layered on since RDK-V 4: plugin-based device abstraction, exposed via COM-RPC (plugin-to-plugin) and JSON-RPC over WebSocket.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Security Agent plugin issues tokens over COM-RPC, checked against a permissions file.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93085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worth naming up front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Thunder already is, architecturally, an answer to almost the exact problem uhttpd + rpcd solves.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plugin-loading RPC daemon, reachable over HTTP/JSON-RPC from a browser, with its own token-based session/ACL layer gating which plugin or method a given caller may invoke — the same category of thing this project's own ubus/rpcd container demo already provides for OpenWrt.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5120640"/>
            <a:ext cx="9875520" cy="914400"/>
          </a:xfrm>
          <a:prstGeom prst="roundRect">
            <a:avLst>
              <a:gd name="adj" fmla="val 8000"/>
            </a:avLst>
          </a:prstGeom>
          <a:solidFill>
            <a:srgbClr val="0E1B33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51206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parallel matters directly for the strategy discussion ahead: on RDK-V, adding rpcd mostly duplicates a solved problem. On RDK-B — which has no native browser-facing RPC/token story — it doesn't.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MISMATCH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architectural mismatch, side by side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434840"/>
        </p:xfrm>
        <a:graphic>
          <a:graphicData uri="http://schemas.openxmlformats.org/drawingml/2006/table">
            <a:tbl>
              <a:tblPr/>
              <a:tblGrid>
                <a:gridCol w="1691640"/>
                <a:gridCol w="3291840"/>
                <a:gridCol w="3063240"/>
                <a:gridCol w="3017520"/>
              </a:tblGrid>
              <a:tr h="739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ubus / rpcd (OpenWrt)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RDK-B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RDK-V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/ broker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ubusd — binary blob_attr over Unix socket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rtrouted (RBUS) — binary rtMessage over Unix socket/TCP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IARM-Bus (low-level) + Thunder's own COM-RPC/JSON-RPC dispatch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/ data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flat config files (/etc/config/*)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TR-181 data model, backed by PSM + SysCfg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Largely non-uci: RFC + plugin-specific config, no unified TR-181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loading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dlopen() a .so exporting struct rpc_plugin, or exec a 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CCSP/RBUS component is its own long-running daemon 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dlopen()'d .so, but against a C++ base-class/COM-RPC ABI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/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session.login / session.access, JSON ACL groups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RBUS's own independent ACL 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Agent + token + permissions 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Browser-facing RPC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uhttpd + uhttpd_ubus.so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default bridge — would need building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15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Native: JSON-RPC over WebSocket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a place where dropping rpcd onto RDK “as-is” has nothing to attach to — no ubusd, no uci tree, no authoritative ACL store.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option ruled out immediately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22860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58368" cy="658368"/>
          </a:xfrm>
          <a:prstGeom prst="ellipse">
            <a:avLst/>
          </a:prstGeom>
          <a:solidFill>
            <a:srgbClr val="B041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408" y="21696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replacement of RBUS / Thunder with ubus + rpcd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realistic. Not recommended.  </a:t>
            </a:r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mean rewriting every CCSP component and every Thunder plugin's registration and RPC-handling code, discarding RDK's own TR-181 tooling (dmcli, ACS/TR-069 integration, RFC), and taking on an enormous, ongoing merge burden against every future RDK release. Not a serious option for an existing RDK deployment.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4750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343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realistic instead: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rpcd/ubus as an optional, isolated compatibility facade — bridged into RDK's real buses, not a wholesale platform swap. Two concrete strategies for that follow.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STRATEGY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realistic integration strategies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rpcd/ubus instance, bridged in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genuine ubusd + rpcd, but write new native rpcd plugins whose init() opens an rbus_open() connection (RDK-B) or a Thunder COM-RPC/JSON-RPC client (RDK-V) internally — translating ubus calls into the real bus's calls and back. Same shape as rpcd's own built-in uci object, just bridging to RBUS/Thunder instead of libuci. uhttpd + uhttpd_ubus.so sits in front exactly as already built.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6459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20840" y="22677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RDK's own bridge instead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31546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ubus/rpcd on-device entirely. Thunder already has a JSON-RPC/WebSocket bridge with its own token auth, and RBUS already has get/set/subscribe semantics — teach whatever client tooling currently speaks ubus JSON-RPC to also speak Thunder's dialect or an RBUS-facing HTTP shim. Avoids a second bus and daemon on-device, at the cost of pushing translation work into the client/tooling side.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474720"/>
            <a:ext cx="5029200" cy="502920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640080" cy="64008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06801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 and B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choice depends entirely on which constraint is actually binding.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822960" y="306324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0E1B33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2918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device must expose this exact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ubus/rpcd wire protocol”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favors Strategy A (on-device bridge plugin)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306324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0E1B33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32918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tooling must work against both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platforms, however it gets there”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0" y="4023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favors Strategy B — usually cheaper, lower-risk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49377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RDK-B is the stronger case for doing this at all — it has no existing browser-facing JSON-RPC/token-auth story the way RDK-V's Thunder does natively.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RDK-B DETAIL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RDK-B (Broadband) specific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7693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965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 is genuinely different shapes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RBUS is a hierarchical typed parameter tree (Device.WiFi.Radio.1.Channel) with get/set/method/event-subscribe — not ubus's flat object/method/argument-blob shape. A bridge plugin must map each rpcd object to RBUS parameters/methods/events and convert RBUS's typed values to/from blob_attr.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85623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7693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1965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built-in uci object is close to meaningless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28232" y="244144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RDK-B's real config is PSM + SysCfg + TR-181, not uci files. Either disable rpcd's built-in uci object on RDK-B builds, or replace it with a custom PSM-speaking bridge plugin — leaving it registered but backed by nothing would be actively misleading.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08005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2277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ubus/netifd may already exist, narrowly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54456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RDK-B reference platforms carry OpenWrt-derived network components (a real ubus/netifd instance) under a CCSP wrapper on certain SoC BSPs. Worth checking per target platform — rpcd could attach there directly for network state, while everything else still needs the RBUS bridge.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3959352"/>
            <a:ext cx="502920" cy="502920"/>
          </a:xfrm>
          <a:prstGeom prst="ellipse">
            <a:avLst/>
          </a:prstGeom>
          <a:solidFill>
            <a:srgbClr val="B0413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08005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92277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 duplication and WAN exposure risk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28232" y="454456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RDK-B is typically WAN-managed via TR-069/TR-369, with RBUS's own ACL gating cross-component access. A second, independent rpcd ACL creates two sources of truth. Hard requirement: loopback/LAN-only, never WAN-facing, and re-check RBUS's own permissions rather than trusting rpcd's own grants.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RDK-V DETAIL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RDK-V (Video) specific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7693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965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proposition is honestly weaker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already provides a plugin-based, HTTP/JSON-RPC-over-WebSocket, token-authenticated RPC surface — the same category uhttpd + rpcd provides for OpenWrt. rpcd/ubus here mostly duplicates a solved problem; the strongest case is tooling uniformity, not filling a gap.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85623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197693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1965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IARM-Bus bridging is narrower in scope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28232" y="244144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rpcd plugin here links against libIARM directly and translates specific events (power state, HDMI hotplug) into ubus methods/events — narrower than a full RBUS bridge, since IARM isn't a general data-model bus.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95935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08005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2277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ABI-level bridge between the two plugin models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54456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native plugins are C, exporting one struct rpc_plugin symbol; Thunder plugins are C++ against Thunder's own base classes and COM-RPC vtables. Any bridge must be a standalone process speaking both protocols — not a plugin either side's loader can satisfy directly.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4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3959352"/>
            <a:ext cx="502920" cy="50292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08005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92277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auth/session systems, again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28232" y="4544568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Thunder's token-based Security Agent and rpcd's session.login/ACL model coexist, not merge. A bridge must require and validate a real Thunder token before trusting a ubus session — or accept it's a second, separately-secured path into plugins Thunder already gates.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CROSS-CUTTING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considerations — both profiles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556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72768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03320" y="1572768"/>
            <a:ext cx="7909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 builds on Yocto/bitbake, not OpenWrt buildroot — every package (libubox, ubus, uci, rpcd) needs new .bb recipes. Straightforward (all four are portable C, proven to build clean on plain glibc) but real, uncounted work.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14016"/>
            <a:ext cx="1106424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51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468880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03320" y="2468880"/>
            <a:ext cx="7909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RDK-B/V devices already run many long-lived daemons. Adding ubusd, rpcd, and bridge process(es) is additional RAM/CPU/flash on tightly budgeted hardware — needs a real sizing pass, not just “it built and ran.”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10128"/>
            <a:ext cx="1106424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4787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36499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03320" y="3364992"/>
            <a:ext cx="7909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profiles typically require operator-mandated security certification for any new IPC surface. Key question: does the bridge faithfully re-derive and re-check the caller's real permissions on every call, or become a trusted, always-privileged path that silently bypasses RBUS/Thunder's own ACL?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443984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4261104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maintenance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703320" y="4261104"/>
            <a:ext cx="7909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libubox/ubus/uci/rpcd are maintained upstream, independent of RDK. A vendored copy needs an explicit plan for tracking upstream security fixes and re-validating against each new RDK release — a standing commitment, not a one-time port.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102352"/>
            <a:ext cx="1106424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230368"/>
            <a:ext cx="457200" cy="45720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34009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515721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redone per bus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703320" y="5157216"/>
            <a:ext cx="7909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this project verified about ubus/rpcd (nm -D, strace, live ACL tests, HTTP captures) was verified for ubus specifically. None of it transfers automatically to RBUS's or Thunder's actual runtime behavior.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GO / NO-GO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73936"/>
            <a:ext cx="384048" cy="384048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866108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actual goal tooling uniformity, not replacing RDK's IPC?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966960" y="16916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“no” → stop / redesign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2615184"/>
            <a:ext cx="384048" cy="384048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80" y="2707356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3288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bridge be strictly loopback / LAN-scoped, never WAN-reachable?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966960" y="253288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“no” → stop / redesign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" y="33741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456432"/>
            <a:ext cx="384048" cy="384048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80" y="3548604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74136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bridge re-derive and re-check permissions against RBUS's / Thunder's own ACL on every call, rather than trusting its own grant?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966960" y="337413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“no” → stop / redesign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42153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297680"/>
            <a:ext cx="384048" cy="384048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80" y="438985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215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target platform's footprint budget have headroom for ubusd + rpcd + a bridge process?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966960" y="421538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“no” → stop / redesign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505663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5138928"/>
            <a:ext cx="384048" cy="384048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80" y="5231100"/>
            <a:ext cx="199705" cy="1997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05663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concrete plan for tracking upstream ubus/rpcd security fixes going forward?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966960" y="505663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“no” → stop / redesign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5029200" cy="5029200"/>
          </a:xfrm>
          <a:prstGeom prst="ellipse">
            <a:avLst/>
          </a:prstGeom>
          <a:solidFill>
            <a:srgbClr val="0E1B3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1C9A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9308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rpcd cannot be “enabled” on RDK by flipping a build flag.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bus to register objects on, no config tree to read, and no ACL/session model authoritative over anything RDK actually enforces — on either profile.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6118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0E1B33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RDK-B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41422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case for doing this — no native browser-facing JSON-RPC/token-auth story exists today.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36118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0E1B33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RDK-V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83680" y="41422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case — Thunder already solves this natively; only tooling-uniformity justifies duplicating it.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2960" y="53492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engineering risk isn't compiling rpcd for a new target — </a:t>
            </a:r>
            <a:pPr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1C9A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the easy part, already proven in this project. </a:t>
            </a:r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correctly reconciling two independent authorization systems without opening a privilege-escalation path between them.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rpcd on RDK — Case Study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2026-08-25T02:54:53Z</dcterms:created>
  <dcterms:modified xsi:type="dcterms:W3CDTF">2026-08-25T02:54:53Z</dcterms:modified>
</cp:coreProperties>
</file>